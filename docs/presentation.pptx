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AI/NLP Risk Engine + Strategic Portfolio Stress Test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Aadit Siroya  |  IIT Guwahati  |  S&amp;P Global &amp; Crisil Campus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Problem &amp; Approach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Risk and ratings teams can't manually read every headline fast enough to know what it means for a portfolio.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Build: ingest news + social text → structured sentiment/event/impact signals → trigger a real portfolio stress test.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Three real assumptions that turned out false on inspection, adapted rather than worked around: X/Twitter has no free read API in 2026 (switched to Mastodon); FinBERT is fine-tuned on Financial PhraseBank, so we evaluated it on a disjoint dataset to avoid leakage; a naive "Target Corp" name match collided with "price target" in nearly every analyst note (fixed with cashtag + context rules).</a:t>
            </a:r>
          </a:p>
          <a:p>
            <a:pPr>
              <a:spcAft>
                <a:spcPts val="800"/>
              </a:spcAft>
              <a:defRPr sz="1800">
                <a:solidFill>
                  <a:srgbClr val="0B0B0B"/>
                </a:solidFill>
              </a:defRPr>
            </a:pPr>
            <a:r>
              <a:t>• Discipline throughout: verify every external claim live, never report a number a script didn't actually produce.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System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9629" y="1051560"/>
            <a:ext cx="9002261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Implementation Highlights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FinBERT (primary) vs VADER (naive baseline) vs majority-class, scored with bootstrap 95% CIs, not point estimates alone.</a:t>
            </a:r>
          </a:p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Event classifier frozen at rule-v1 (git tag classifier-v1) before scoring against hand-labelled gold data — no eval-set tuning.</a:t>
            </a:r>
          </a:p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Polling-based pub/sub (FastAPI + a flat JSONL file), documented honestly as polling, not a real message bus.</a:t>
            </a:r>
          </a:p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Module B: full cashflow reprice for bonds, swap DV01 via bump-and-reprice, closed-form Black-Scholes for options — compared against the required naive (duration/delta-only) approximation, not just implemented once.</a:t>
            </a:r>
          </a:p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Mark-to-market P&amp;L and credit loss (ΔEL on loans) kept as two separate numbers by construction — a loan is never both fair-valued AND provisioned, which would double-count the same credit deterioration.</a:t>
            </a:r>
          </a:p>
          <a:p>
            <a:pPr>
              <a:spcAft>
                <a:spcPts val="800"/>
              </a:spcAft>
              <a:defRPr sz="1600">
                <a:solidFill>
                  <a:srgbClr val="0B0B0B"/>
                </a:solidFill>
              </a:defRPr>
            </a:pPr>
            <a:r>
              <a:t>• Demo mode verified byte-identical across two real end-to-end runs (tests/test_demo_idempotency.py).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Key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ve_signal_f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3749039" cy="1641723"/>
          </a:xfrm>
          <a:prstGeom prst="rect">
            <a:avLst/>
          </a:prstGeom>
        </p:spPr>
      </p:pic>
      <p:pic>
        <p:nvPicPr>
          <p:cNvPr id="5" name="Picture 4" descr="stress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1051560"/>
            <a:ext cx="3749039" cy="1111217"/>
          </a:xfrm>
          <a:prstGeom prst="rect">
            <a:avLst/>
          </a:prstGeom>
        </p:spPr>
      </p:pic>
      <p:pic>
        <p:nvPicPr>
          <p:cNvPr id="6" name="Picture 5" descr="scenario_explor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051560"/>
            <a:ext cx="3749039" cy="13968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4846320"/>
            <a:ext cx="115214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>
                <a:solidFill>
                  <a:srgbClr val="0B0B0B"/>
                </a:solidFill>
              </a:defRPr>
            </a:pPr>
            <a:r>
              <a:t>FinBERT 0.660 macro-F1 [0.635, 0.684] vs VADER 0.453 vs majority-class 0.267 (n=2000, CIs don't overlap — real improvement). Bearish recall 76.5%. 138ms/doc on CPU.</a:t>
            </a:r>
          </a:p>
          <a:p>
            <a:pPr>
              <a:spcAft>
                <a:spcPts val="300"/>
              </a:spcAft>
              <a:defRPr sz="1150">
                <a:solidFill>
                  <a:srgbClr val="0B0B0B"/>
                </a:solidFill>
              </a:defRPr>
            </a:pPr>
            <a:r>
              <a:t>76 real signals evaluated, 3 fired a stress test. Naive duration-only error grows to 0.42% of position value at -200bp vs. full reprice — genuine, growing convexity error, confirmed by tests.</a:t>
            </a:r>
          </a:p>
          <a:p>
            <a:pPr>
              <a:spcAft>
                <a:spcPts val="300"/>
              </a:spcAft>
              <a:defRPr sz="1150">
                <a:solidFill>
                  <a:srgbClr val="0B0B0B"/>
                </a:solidFill>
              </a:defRPr>
            </a:pPr>
            <a:r>
              <a:t>Event classifier (rule-v1): 88% overall accuracy, n=200 blind-labelled gold examples.</a:t>
            </a:r>
          </a:p>
          <a:p>
            <a:pPr>
              <a:spcAft>
                <a:spcPts val="300"/>
              </a:spcAft>
              <a:defRPr sz="1150">
                <a:solidFill>
                  <a:srgbClr val="0B0B0B"/>
                </a:solidFill>
              </a:defRPr>
            </a:pPr>
            <a:r>
              <a:t>Headline stress result: portfolio value $658,497,132 -&gt; $644,703,575, total loss $-13,793,557 (-2.09%) — MTM P&amp;L $1,302,523, credit loss $15,096,079.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Domain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0B0B0B"/>
                </a:solidFill>
              </a:defRPr>
            </a:pPr>
            <a:r>
              <a:t>• Translates a news/social firehose into a dollar P&amp;L number a credit/risk desk can act on, with full traceability: signal → scenario → shock → P&amp;L (visible in the dashboard's Audit Log tab).</a:t>
            </a:r>
          </a:p>
          <a:p>
            <a:pPr>
              <a:spcAft>
                <a:spcPts val="800"/>
              </a:spcAft>
              <a:defRPr sz="1700">
                <a:solidFill>
                  <a:srgbClr val="0B0B0B"/>
                </a:solidFill>
              </a:defRPr>
            </a:pPr>
            <a:r>
              <a:t>• Separating MTM P&amp;L from credit loss mirrors how a real risk desk actually reports exposure — a trading-book instrument and a banking-book loan are never collapsed into one undifferentiated number.</a:t>
            </a:r>
          </a:p>
          <a:p>
            <a:pPr>
              <a:spcAft>
                <a:spcPts val="800"/>
              </a:spcAft>
              <a:defRPr sz="1700">
                <a:solidFill>
                  <a:srgbClr val="0B0B0B"/>
                </a:solidFill>
              </a:defRPr>
            </a:pPr>
            <a:r>
              <a:t>• Shock magnitudes anchored to the Federal Reserve's own published severely-adverse scenario (fetched and cited directly, not estimated) — domain-grounded, not arbitrary round numbers.</a:t>
            </a:r>
          </a:p>
          <a:p>
            <a:pPr>
              <a:spcAft>
                <a:spcPts val="800"/>
              </a:spcAft>
              <a:defRPr sz="1700">
                <a:solidFill>
                  <a:srgbClr val="0B0B0B"/>
                </a:solidFill>
              </a:defRPr>
            </a:pPr>
            <a:r>
              <a:t>• Fits S&amp;P Global / Crisil's own domain: the signal taxonomy spans credit events, rating-adjacent language, and portfolio-level stress — the same surface a ratings/risk-analytics business operates on. (Credit-event detection itself isn't validated yet — too little gold-labelled data so far, see Limitations.)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0B0B"/>
                </a:solidFill>
              </a:defRPr>
            </a:pPr>
            <a:r>
              <a:t>Limitations &amp;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3175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0B0B0B"/>
                </a:solidFill>
              </a:defRPr>
            </a:pPr>
            <a:r>
              <a:t>• Impact-score event study: not run — GDELT rate-limited: HTTP 429 returned on every query for 2+ hours (0 articles returned). Abandoned as a data source for this submission.</a:t>
            </a:r>
          </a:p>
          <a:p>
            <a:pPr>
              <a:spcAft>
                <a:spcPts val="800"/>
              </a:spcAft>
              <a:defRPr sz="1300">
                <a:solidFill>
                  <a:srgbClr val="0B0B0B"/>
                </a:solidFill>
              </a:defRPr>
            </a:pPr>
            <a:r>
              <a:t>• Event classifier (rule-v1): 88% overall accuracy across 200 blind-labelled gold examples.</a:t>
            </a:r>
          </a:p>
          <a:p>
            <a:pPr>
              <a:spcAft>
                <a:spcPts val="800"/>
              </a:spcAft>
              <a:defRPr sz="1300">
                <a:solidFill>
                  <a:srgbClr val="0B0B0B"/>
                </a:solidFill>
              </a:defRPr>
            </a:pPr>
            <a:r>
              <a:t>• Macroeconomic: 100% precision but only 34% recall (10 of 29) — misses most true Macroeconomic headlines.</a:t>
            </a:r>
          </a:p>
          <a:p>
            <a:pPr>
              <a:spcAft>
                <a:spcPts val="800"/>
              </a:spcAft>
              <a:defRPr sz="1300">
                <a:solidFill>
                  <a:srgbClr val="0B0B0B"/>
                </a:solidFill>
              </a:defRPr>
            </a:pPr>
            <a:r>
              <a:t>• Credit Event: cannot be evaluated yet — only 1 example in this sample.</a:t>
            </a:r>
          </a:p>
          <a:p>
            <a:pPr>
              <a:spcAft>
                <a:spcPts val="800"/>
              </a:spcAft>
              <a:defRPr sz="1300">
                <a:solidFill>
                  <a:srgbClr val="0B0B0B"/>
                </a:solidFill>
              </a:defRPr>
            </a:pPr>
            <a:r>
              <a:t>• Geopolitical: cannot be evaluated yet — only 2 examples in this sample.</a:t>
            </a:r>
          </a:p>
          <a:p>
            <a:pPr>
              <a:spcAft>
                <a:spcPts val="800"/>
              </a:spcAft>
              <a:defRPr sz="1300">
                <a:solidFill>
                  <a:srgbClr val="0B0B0B"/>
                </a:solidFill>
              </a:defRPr>
            </a:pPr>
            <a:r>
              <a:t>• Market data (Treasury curve, equity spot) is SOURCED, not provisional — fetched directly.</a:t>
            </a:r>
          </a:p>
          <a:p>
            <a:pPr>
              <a:spcAft>
                <a:spcPts val="800"/>
              </a:spcAft>
              <a:defRPr sz="1300">
                <a:solidFill>
                  <a:srgbClr val="0B0B0B"/>
                </a:solidFill>
              </a:defRPr>
            </a:pPr>
            <a:r>
              <a:t>• English-only; GDELT gives headline-level text only (no article body); the social replay source is historical with synthetic timestamps, creating a real date mismatch against the live market snapshot.</a:t>
            </a:r>
          </a:p>
          <a:p>
            <a:pPr>
              <a:spcAft>
                <a:spcPts val="800"/>
              </a:spcAft>
              <a:defRPr sz="1300">
                <a:solidFill>
                  <a:srgbClr val="0B0B0B"/>
                </a:solidFill>
              </a:defRPr>
            </a:pPr>
            <a:r>
              <a:t>• Credit loss is 1-year EL (Basel-style), not IFRS 9 lifetime ECL — a real stress scenario would typically trigger Stage 2/3 staging, so this is a lower bound, stated as such.</a:t>
            </a:r>
          </a:p>
          <a:p>
            <a:pPr>
              <a:spcAft>
                <a:spcPts val="800"/>
              </a:spcAft>
              <a:defRPr sz="1300">
                <a:solidFill>
                  <a:srgbClr val="0B0B0B"/>
                </a:solidFill>
              </a:defRPr>
            </a:pPr>
            <a:r>
              <a:t>• Next: grow the gold sample for Credit Event and Geopolitical, which have far too few examples to evaluate yet, and investigate the Macroeconomic recall gap. The impact-score event study has no further next step with GDELT abandoned — it would need a different news source entirely.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