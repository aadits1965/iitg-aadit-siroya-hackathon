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</a:t>
            </a:r>
          </a:p>
          <a:p>
            <a:pPr>
              <a:defRPr sz="4000" b="1">
                <a:solidFill>
                  <a:srgbClr val="FFFFFF"/>
                </a:solidFill>
              </a:defRPr>
            </a:pPr>
            <a:r>
              <a:t>+ Strategic Portfolio Stress Test</a:t>
            </a:r>
          </a:p>
          <a:p>
            <a:pPr>
              <a:spcBef>
                <a:spcPts val="1400"/>
              </a:spcBef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0B0B"/>
                </a:solidFill>
              </a:defRPr>
            </a:pPr>
            <a:r>
              <a:t>Risk and ratings teams can't manually read every headline fast enough to know what it means for a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Built: news + social text → sentiment/event/impact signals → a real portfolio stress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What we built it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Verify every external claim live —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Two sources, one engine: live Mastodon posts and a historical tweet-replay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2918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Assumptions that turned out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49039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X/Twitter has no free read API in 2026 → switched to Mastodon.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is fine-tuned on Financial PhraseBank → evaluated on a disjoint dataset to avoid leakage.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Entity linking: a naive name match collided with everyday phrases ("Target" in "price target") → fixed with cashtag matching + context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629" y="1051560"/>
            <a:ext cx="9002261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vs VADER vs majority-class — scored with bootstrap 95% CIs, not point estimates alone.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 frozen before scoring against hand-labelled gold data — no eval-set tuning.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Polling-based pub/sub (FastAPI + a flat file) — documented honestly as polling, not a real message bus.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Full cashflow reprice for bonds, swap DV01 via bump-and-reprice, closed-form Black-Scholes for options — each compared against the required naive approximation, not just implemented once.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Mark-to-market P&amp;L and credit loss kept as two separate numbers — a position is never both fair-valued and provisioned for the same deterioration.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Demo mode verified byte-identical across two real end-to-end runs, by a dedicated automated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FinBERT 0.660 macro-F1 vs VADER 0.453 vs majority-class 0.267 (n=2000) — bearish recall 76.5%.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76 real signals evaluated, 3 fired. Naive reprice error reaches 0.42% of position value — genuine convexity effect.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classifier: 88.5% vs 84.0% always-'Other' baseline; Macroeconomic precision 100%, recall 34%.</a:t>
            </a:r>
          </a:p>
        </p:txBody>
      </p:sp>
      <p:pic>
        <p:nvPicPr>
          <p:cNvPr id="5" name="Picture 4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4600"/>
            <a:ext cx="5486400" cy="3291839"/>
          </a:xfrm>
          <a:prstGeom prst="rect">
            <a:avLst/>
          </a:prstGeom>
        </p:spPr>
      </p:pic>
      <p:pic>
        <p:nvPicPr>
          <p:cNvPr id="6" name="Picture 5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514600"/>
            <a:ext cx="5486400" cy="32918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943600"/>
            <a:ext cx="11247120" cy="73152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ctr">
              <a:spcAft>
                <a:spcPts val="400"/>
              </a:spcAft>
              <a:defRPr sz="2000" b="1">
                <a:solidFill>
                  <a:srgbClr val="0B0B0B"/>
                </a:solidFill>
              </a:defRPr>
            </a:pPr>
            <a:r>
              <a:t>Headline result: total stressed loss -$13,793,557 (-2.09%)</a:t>
            </a:r>
          </a:p>
          <a:p>
            <a:pPr>
              <a:spcAft>
                <a:spcPts val="400"/>
              </a:spcAft>
              <a:defRPr sz="1400" b="0">
                <a:solidFill>
                  <a:srgbClr val="0B0B0B"/>
                </a:solidFill>
              </a:defRPr>
            </a:pPr>
            <a:r>
              <a:t>= MTM P&amp;L +$1,302,523  +  credit loss -$15,096,079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B0B0B"/>
                </a:solidFill>
              </a:defRPr>
            </a:pPr>
            <a:r>
              <a:t>• Translates headlines into a dollar P&amp;L a risk desk can act on — signal → scenario → shock → P&amp;L, fully traceable.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Mirrors real risk-desk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MTM P&amp;L and credit loss stay separate — a trading-book instrument and a banking-book loan are never collapsed into one number.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Shocks anchored to the Fed's own severely-adverse scenario — sourced, not arbitrary round numbers.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Taxonomy spans credit events, rating-adjacent language, portfolio stress — the surface a ratings/risk-analytics business operates on. (Credit-event detection itself isn't validated yet.)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394960" cy="18288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ctr">
              <a:spcAft>
                <a:spcPts val="400"/>
              </a:spcAft>
              <a:defRPr sz="2400" b="1">
                <a:solidFill>
                  <a:srgbClr val="0B0B0B"/>
                </a:solidFill>
              </a:defRPr>
            </a:pPr>
            <a:r>
              <a:t>$13.79M stressed loss (-2.09%)</a:t>
            </a:r>
          </a:p>
          <a:p>
            <a:pPr>
              <a:spcAft>
                <a:spcPts val="400"/>
              </a:spcAft>
              <a:defRPr sz="1500" b="0">
                <a:solidFill>
                  <a:srgbClr val="0B0B0B"/>
                </a:solidFill>
              </a:defRPr>
            </a:pPr>
            <a:r>
              <a:t>Fed severely-adverse scenario on the synthetic portfolio, triggered by a real headline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Evaluation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Impact-score event study: not run — GDELT rate-limited (0 articles over 2+ hours), abandoned for this submission.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Event classifier: 88.5% vs 84.0% always-'Other' baseline; Macroeconomic precision 100%, recall 34%.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Credit Event: too few examples to evaluate (n=1).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Geopolitical: too few examples to evaluate (n=2).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430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A78D6"/>
                </a:solidFill>
              </a:defRPr>
            </a:pPr>
            <a:r>
              <a:t>Known limitations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Market data is SOURCED, not provisional — fetched directly.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English-only; GDELT is headline-only; the social replay source has synthetic timestamps.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Credit loss is 1-year EL, not IFRS 9 lifetime — a lower bound, stated as such.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Next: grow the Credit Event / Geopolitical samples; investigate the Macroeconomic recall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